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 Comunicação Interna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de Engenharia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comunicação interna nas empresas é descentralizada e difícil de acompanhar.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 dashboard centralizado para visualizar usuários, postagens e comentários.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de API REST permite prototipagem rápida e baixo custo inicial.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Arquitetura Cliente‑Servidor com padrão MVC.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Integração com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Endpoints utilizados: /users, /posts, /comments.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Usuario 1..* Postagem / Postagem 1..* Comentario.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Gerenciamento de Riscos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Tratamento de erros, timeout de requisição e validação de dados.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Escalável, fácil manutenção e desenvolvimento rápido.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para evolução de um sistema real de comunicação interna.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